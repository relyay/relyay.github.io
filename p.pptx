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166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5972717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4249661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6915786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66556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175404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8764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77630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835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EF07C9-9F9E-3CE9-9B36-CDA9E11C17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5B1C89-C8AE-43FB-F935-511A1C216C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B60D44-D7B9-A63C-4E98-876447511B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A04AFE-D287-8271-391C-86A6209ECE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249A47-C855-AB26-3179-356748A7AC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58BB40-B5E4-AB02-BBA2-6AAD8754D2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2574C-BE87-B33C-AB6B-235F42A623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9B4ECB-D1D8-B861-3D65-CD0AED1042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082645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72137114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33689342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86105122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17764665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096381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6772823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924257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23536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542443800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7067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193055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90268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863584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5777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109762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631129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717622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511101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0940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1663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897932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6579788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08253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983792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76548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2024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385739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731733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922509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6961286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6531739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6434737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548199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4508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3323289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1152576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1846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96273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3172272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36396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878015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06363960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21402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286707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999777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367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712186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4209426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338675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520935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308711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01984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3276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8462584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01024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924711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3802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86178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9482017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82055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310328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3693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625389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0083713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33478120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67510960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475176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337838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7492557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837899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192801" name="Title 1"/>
          <p:cNvSpPr>
            <a:spLocks noGrp="1"/>
          </p:cNvSpPr>
          <p:nvPr>
            <p:ph type="ctrTitle"/>
          </p:nvPr>
        </p:nvSpPr>
        <p:spPr bwMode="auto">
          <a:xfrm>
            <a:off x="4595833" y="2168859"/>
            <a:ext cx="6720746" cy="72007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n-US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Современные формы связи и комунникации</a:t>
            </a:r>
            <a:endParaRPr lang="en-US" sz="6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36652127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5382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570252" indent="-570252" algn="l">
              <a:buAutoNum type="arabicParenR"/>
              <a:defRPr/>
            </a:pPr>
            <a:r>
              <a:rPr lang="ru-RU"/>
              <a:t>Мессенджеры —</a:t>
            </a:r>
            <a:endParaRPr/>
          </a:p>
        </p:txBody>
      </p:sp>
      <p:sp>
        <p:nvSpPr>
          <p:cNvPr id="8678455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это приложения для приватного или группового обмена сообщениями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(текст, фото, видео, файлы)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в реальном времени</a:t>
            </a:r>
            <a:r>
              <a:rPr lang="en-US" sz="3600"/>
              <a:t>.</a:t>
            </a:r>
            <a:r>
              <a:rPr lang="ru-RU" sz="3600"/>
              <a:t> </a:t>
            </a:r>
            <a:endParaRPr sz="3600"/>
          </a:p>
          <a:p>
            <a:pPr marL="0" indent="0">
              <a:buFont typeface="Arial"/>
              <a:buNone/>
              <a:defRPr/>
            </a:pPr>
            <a:endParaRPr lang="ru-RU" sz="3600"/>
          </a:p>
          <a:p>
            <a:pPr marL="0" indent="0">
              <a:buFont typeface="Arial"/>
              <a:buNone/>
              <a:defRPr/>
            </a:pPr>
            <a:r>
              <a:rPr lang="ru-RU" sz="3600"/>
              <a:t>Например</a:t>
            </a:r>
            <a:r>
              <a:rPr lang="en-US" sz="3600"/>
              <a:t>: telegram,</a:t>
            </a:r>
            <a:endParaRPr lang="en-US" sz="3600"/>
          </a:p>
          <a:p>
            <a:pPr marL="0" indent="0">
              <a:buFont typeface="Arial"/>
              <a:buNone/>
              <a:defRPr/>
            </a:pPr>
            <a:r>
              <a:rPr lang="en-US" sz="3600"/>
              <a:t>max, matrix</a:t>
            </a:r>
            <a:r>
              <a:rPr lang="ru-RU" sz="3600"/>
              <a:t> </a:t>
            </a:r>
            <a:endParaRPr sz="3600"/>
          </a:p>
        </p:txBody>
      </p:sp>
      <p:pic>
        <p:nvPicPr>
          <p:cNvPr id="21046596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753452" y="3590821"/>
            <a:ext cx="2476499" cy="2476499"/>
          </a:xfrm>
          <a:prstGeom prst="rect">
            <a:avLst/>
          </a:prstGeom>
        </p:spPr>
      </p:pic>
      <p:pic>
        <p:nvPicPr>
          <p:cNvPr id="142703120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1196546" flipH="0" flipV="0">
            <a:off x="6139742" y="4490121"/>
            <a:ext cx="3689804" cy="1574316"/>
          </a:xfrm>
          <a:prstGeom prst="rect">
            <a:avLst/>
          </a:prstGeom>
        </p:spPr>
      </p:pic>
      <p:pic>
        <p:nvPicPr>
          <p:cNvPr id="13334291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20035504" flipH="0" flipV="0">
            <a:off x="9373351" y="4093257"/>
            <a:ext cx="2268681" cy="22686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96230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23004" y="274638"/>
            <a:ext cx="1154599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Как мессенджеры изменили современный мир</a:t>
            </a:r>
            <a:r>
              <a:rPr lang="en-US"/>
              <a:t>?</a:t>
            </a:r>
            <a:endParaRPr/>
          </a:p>
        </p:txBody>
      </p:sp>
      <p:sp>
        <p:nvSpPr>
          <p:cNvPr id="14092971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Любая информация стала 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доход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ить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за секунды.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Также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р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абочие чаты заменили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большое количество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писем и звонков, задачи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стали решаться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прямо в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общих чатах</a:t>
            </a:r>
            <a:r>
              <a:rPr sz="3600"/>
              <a:t>. 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Можно легко поддерживать связь с друзьями, родными и коллегами из других городов и стран</a:t>
            </a:r>
            <a:r>
              <a:rPr sz="3600"/>
              <a:t>.</a:t>
            </a:r>
            <a:r>
              <a:rPr lang="ru-RU" sz="3600"/>
              <a:t> 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5405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ru-RU"/>
              <a:t>2) </a:t>
            </a:r>
            <a:r>
              <a:rPr lang="en-US"/>
              <a:t>Mesh-</a:t>
            </a:r>
            <a:r>
              <a:rPr lang="ru-RU"/>
              <a:t>сети</a:t>
            </a:r>
            <a:endParaRPr/>
          </a:p>
        </p:txBody>
      </p:sp>
      <p:sp>
        <p:nvSpPr>
          <p:cNvPr id="142971572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Это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децентрализованая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сеть, где каждый телефон, ноутбук, роутер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или передатчик 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соединяется напрямую с соседними у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тройствам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а не с центральн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ой вышкой или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сервером. Данные (текст, фото, файлы) передаются по цепочке  от одного устройства к другому, даже без доступа к глобальному  интернету.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ru-RU" sz="3600"/>
              <a:t>Например</a:t>
            </a:r>
            <a:r>
              <a:rPr lang="en-US" sz="3600"/>
              <a:t>: Meshtastic(LoRA)</a:t>
            </a:r>
            <a:r>
              <a:rPr lang="ru-RU" sz="3600"/>
              <a:t>, </a:t>
            </a:r>
            <a:r>
              <a:rPr lang="en-US" sz="3600"/>
              <a:t>bitchat(bluetooth)</a:t>
            </a:r>
            <a:endParaRPr sz="3600"/>
          </a:p>
        </p:txBody>
      </p:sp>
      <p:pic>
        <p:nvPicPr>
          <p:cNvPr id="7307645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0745799" flipH="0" flipV="0">
            <a:off x="10183751" y="5450124"/>
            <a:ext cx="2392133" cy="1435280"/>
          </a:xfrm>
          <a:prstGeom prst="rect">
            <a:avLst/>
          </a:prstGeom>
        </p:spPr>
      </p:pic>
      <p:pic>
        <p:nvPicPr>
          <p:cNvPr id="174271939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2187124" flipH="0" flipV="0">
            <a:off x="10246780" y="341772"/>
            <a:ext cx="1626136" cy="1626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772402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 lang="ru-RU"/>
              <a:t>Как </a:t>
            </a:r>
            <a:r>
              <a:rPr lang="en-US"/>
              <a:t>mesh-</a:t>
            </a:r>
            <a:r>
              <a:rPr lang="ru-RU"/>
              <a:t>сети изменили современный мир</a:t>
            </a:r>
            <a:r>
              <a:rPr lang="en-US"/>
              <a:t>?</a:t>
            </a:r>
            <a:endParaRPr/>
          </a:p>
        </p:txBody>
      </p:sp>
      <p:sp>
        <p:nvSpPr>
          <p:cNvPr id="78487894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Mesh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сети позволяют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людям общаться там, где нет сотовой связи или интернета —  в зонах ЧС, в отдалённых деревнях, на массовых мероприятиях.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еть работает, пока  есть хотя бы два устройства рядом. 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фестивалях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концертах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или митингах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когда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сотовая и мобильная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сеть перегружена или  отключена специально, mesh-сети позволяют людям общаться —  писать друг другу, передавать фото, координаты, договариваться о  встречах.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428535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51954" y="274638"/>
            <a:ext cx="1208809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3) Облачные сервисы для совместной работы</a:t>
            </a:r>
            <a:r>
              <a:rPr lang="en-US"/>
              <a:t> —</a:t>
            </a:r>
            <a:r>
              <a:rPr lang="ru-RU"/>
              <a:t> </a:t>
            </a:r>
            <a:endParaRPr/>
          </a:p>
        </p:txBody>
      </p:sp>
      <p:sp>
        <p:nvSpPr>
          <p:cNvPr id="1557286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Это сервисы (Google Docs, Notion, Miro, Trello, а также Git), где несколько человек одновременно работают с одними  документами, таблицами, презентациями, досками или кодом. Все видят  изменения друг друга в реальном времени или сохраняют историю всех  правок. </a:t>
            </a:r>
            <a:endParaRPr sz="3600"/>
          </a:p>
        </p:txBody>
      </p:sp>
      <p:pic>
        <p:nvPicPr>
          <p:cNvPr id="7986778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154573" y="5180301"/>
            <a:ext cx="2143125" cy="2143125"/>
          </a:xfrm>
          <a:prstGeom prst="rect">
            <a:avLst/>
          </a:prstGeom>
        </p:spPr>
      </p:pic>
      <p:pic>
        <p:nvPicPr>
          <p:cNvPr id="141248167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20389961" flipH="0" flipV="0">
            <a:off x="10334475" y="4248116"/>
            <a:ext cx="2025402" cy="1998516"/>
          </a:xfrm>
          <a:prstGeom prst="rect">
            <a:avLst/>
          </a:prstGeom>
        </p:spPr>
      </p:pic>
      <p:pic>
        <p:nvPicPr>
          <p:cNvPr id="103382686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2534878" flipH="0" flipV="0">
            <a:off x="8819667" y="4827300"/>
            <a:ext cx="2597727" cy="25977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590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ru-RU"/>
              <a:t>Как облачные сервисы изменили мир</a:t>
            </a:r>
            <a:r>
              <a:rPr lang="en-US"/>
              <a:t>?</a:t>
            </a:r>
            <a:endParaRPr/>
          </a:p>
        </p:txBody>
      </p:sp>
      <p:sp>
        <p:nvSpPr>
          <p:cNvPr id="13064768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Они полностью переосмыслили подход к командной работе. Раньше люди  пересылали файлы по почте, путались в версиях и ждали, пока коллега  закончит правки. Теперь над одним документом или кодом одновременно  работают десятки человек из разных стран — они видят изменения в  реальном времени и не мешают друг другу.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041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/>
              <a:t>ВЫВОД</a:t>
            </a:r>
            <a:endParaRPr/>
          </a:p>
        </p:txBody>
      </p:sp>
      <p:sp>
        <p:nvSpPr>
          <p:cNvPr id="18173395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Все эти технологии расширили границы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возможностей человека</a:t>
            </a:r>
            <a:r>
              <a:rPr lang="en-US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lang="en-US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Общение стало мгновенным, работа над общими проектами —  одновременной, а связь перестала зависеть от того, есть ли рядом вы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шка с</a:t>
            </a:r>
            <a:r>
              <a:rPr lang="ru-RU" sz="3600">
                <a:latin typeface="Times New Roman"/>
                <a:ea typeface="Times New Roman"/>
                <a:cs typeface="Times New Roman"/>
              </a:rPr>
              <a:t> интернетом или сотовой связью</a:t>
            </a:r>
            <a:r>
              <a:rPr lang="en-US" sz="3600">
                <a:latin typeface="Times New Roman"/>
                <a:ea typeface="Times New Roman"/>
                <a:cs typeface="Times New Roman"/>
              </a:rPr>
              <a:t>.</a:t>
            </a:r>
            <a:endParaRPr lang="en-US" sz="3600"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1051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/>
              <a:t>СПАСИБО ЗА ВНИМАНИЕ!</a:t>
            </a:r>
            <a:endParaRPr/>
          </a:p>
        </p:txBody>
      </p:sp>
      <p:sp>
        <p:nvSpPr>
          <p:cNvPr id="14750084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6016733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18658" y="1238249"/>
            <a:ext cx="4381499" cy="4381499"/>
          </a:xfrm>
          <a:prstGeom prst="rect">
            <a:avLst/>
          </a:prstGeom>
        </p:spPr>
      </p:pic>
      <p:pic>
        <p:nvPicPr>
          <p:cNvPr id="182365919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884139" y="4623954"/>
            <a:ext cx="2042720" cy="2201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2026-04-29T18:59:01Z</dcterms:modified>
</cp:coreProperties>
</file>